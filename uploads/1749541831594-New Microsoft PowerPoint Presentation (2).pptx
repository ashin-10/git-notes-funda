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 kallatti" userId="5d41dca3b955eb0f" providerId="LiveId" clId="{8398B8B8-C377-4328-9C49-88E5A3E00CCD}"/>
    <pc:docChg chg="modSld">
      <pc:chgData name="nidhi kallatti" userId="5d41dca3b955eb0f" providerId="LiveId" clId="{8398B8B8-C377-4328-9C49-88E5A3E00CCD}" dt="2024-02-07T04:58:12.827" v="17" actId="20577"/>
      <pc:docMkLst>
        <pc:docMk/>
      </pc:docMkLst>
      <pc:sldChg chg="modSp mod">
        <pc:chgData name="nidhi kallatti" userId="5d41dca3b955eb0f" providerId="LiveId" clId="{8398B8B8-C377-4328-9C49-88E5A3E00CCD}" dt="2024-02-07T04:58:12.827" v="17" actId="20577"/>
        <pc:sldMkLst>
          <pc:docMk/>
          <pc:sldMk cId="1345348304" sldId="256"/>
        </pc:sldMkLst>
        <pc:spChg chg="mod">
          <ac:chgData name="nidhi kallatti" userId="5d41dca3b955eb0f" providerId="LiveId" clId="{8398B8B8-C377-4328-9C49-88E5A3E00CCD}" dt="2024-02-07T04:58:12.827" v="17" actId="20577"/>
          <ac:spMkLst>
            <pc:docMk/>
            <pc:sldMk cId="1345348304" sldId="256"/>
            <ac:spMk id="2" creationId="{F3741DF2-A4DB-1DE5-47FC-D2158528471B}"/>
          </ac:spMkLst>
        </pc:spChg>
      </pc:sldChg>
    </pc:docChg>
  </pc:docChgLst>
  <pc:docChgLst>
    <pc:chgData name="nidhi kallatti" userId="5d41dca3b955eb0f" providerId="LiveId" clId="{5B6F28D0-584C-4FF2-9616-35805142B982}"/>
    <pc:docChg chg="custSel addSld delSld modSld">
      <pc:chgData name="nidhi kallatti" userId="5d41dca3b955eb0f" providerId="LiveId" clId="{5B6F28D0-584C-4FF2-9616-35805142B982}" dt="2024-04-15T16:01:00.119" v="97" actId="680"/>
      <pc:docMkLst>
        <pc:docMk/>
      </pc:docMkLst>
      <pc:sldChg chg="addSp delSp modSp del mod">
        <pc:chgData name="nidhi kallatti" userId="5d41dca3b955eb0f" providerId="LiveId" clId="{5B6F28D0-584C-4FF2-9616-35805142B982}" dt="2024-04-15T16:00:58.350" v="96" actId="2696"/>
        <pc:sldMkLst>
          <pc:docMk/>
          <pc:sldMk cId="1345348304" sldId="256"/>
        </pc:sldMkLst>
        <pc:spChg chg="del">
          <ac:chgData name="nidhi kallatti" userId="5d41dca3b955eb0f" providerId="LiveId" clId="{5B6F28D0-584C-4FF2-9616-35805142B982}" dt="2024-04-15T16:00:13.900" v="0" actId="478"/>
          <ac:spMkLst>
            <pc:docMk/>
            <pc:sldMk cId="1345348304" sldId="256"/>
            <ac:spMk id="2" creationId="{F3741DF2-A4DB-1DE5-47FC-D2158528471B}"/>
          </ac:spMkLst>
        </pc:spChg>
        <pc:spChg chg="mod">
          <ac:chgData name="nidhi kallatti" userId="5d41dca3b955eb0f" providerId="LiveId" clId="{5B6F28D0-584C-4FF2-9616-35805142B982}" dt="2024-04-15T16:00:45.194" v="92" actId="20577"/>
          <ac:spMkLst>
            <pc:docMk/>
            <pc:sldMk cId="1345348304" sldId="256"/>
            <ac:spMk id="3" creationId="{4C962BA0-2658-69FB-851A-6C29E57A5B8B}"/>
          </ac:spMkLst>
        </pc:spChg>
        <pc:spChg chg="add mod">
          <ac:chgData name="nidhi kallatti" userId="5d41dca3b955eb0f" providerId="LiveId" clId="{5B6F28D0-584C-4FF2-9616-35805142B982}" dt="2024-04-15T16:00:13.900" v="0" actId="478"/>
          <ac:spMkLst>
            <pc:docMk/>
            <pc:sldMk cId="1345348304" sldId="256"/>
            <ac:spMk id="5" creationId="{8D25527C-F3BF-96E8-25E2-6D8181FA6C0E}"/>
          </ac:spMkLst>
        </pc:spChg>
      </pc:sldChg>
      <pc:sldChg chg="new">
        <pc:chgData name="nidhi kallatti" userId="5d41dca3b955eb0f" providerId="LiveId" clId="{5B6F28D0-584C-4FF2-9616-35805142B982}" dt="2024-04-15T16:01:00.119" v="97" actId="680"/>
        <pc:sldMkLst>
          <pc:docMk/>
          <pc:sldMk cId="3432051973" sldId="256"/>
        </pc:sldMkLst>
      </pc:sldChg>
      <pc:sldChg chg="del">
        <pc:chgData name="nidhi kallatti" userId="5d41dca3b955eb0f" providerId="LiveId" clId="{5B6F28D0-584C-4FF2-9616-35805142B982}" dt="2024-04-15T16:00:52.387" v="93" actId="2696"/>
        <pc:sldMkLst>
          <pc:docMk/>
          <pc:sldMk cId="1196048497" sldId="257"/>
        </pc:sldMkLst>
      </pc:sldChg>
      <pc:sldChg chg="del">
        <pc:chgData name="nidhi kallatti" userId="5d41dca3b955eb0f" providerId="LiveId" clId="{5B6F28D0-584C-4FF2-9616-35805142B982}" dt="2024-04-15T16:00:56.476" v="95" actId="2696"/>
        <pc:sldMkLst>
          <pc:docMk/>
          <pc:sldMk cId="1077662389" sldId="258"/>
        </pc:sldMkLst>
      </pc:sldChg>
      <pc:sldChg chg="del">
        <pc:chgData name="nidhi kallatti" userId="5d41dca3b955eb0f" providerId="LiveId" clId="{5B6F28D0-584C-4FF2-9616-35805142B982}" dt="2024-04-15T16:00:54.467" v="94" actId="2696"/>
        <pc:sldMkLst>
          <pc:docMk/>
          <pc:sldMk cId="867137461" sldId="259"/>
        </pc:sldMkLst>
      </pc:sldChg>
    </pc:docChg>
  </pc:docChgLst>
  <pc:docChgLst>
    <pc:chgData name="nidhi kallatti" userId="5d41dca3b955eb0f" providerId="LiveId" clId="{0D1078B7-2A88-4973-B2EF-2DB7F4F89A85}"/>
    <pc:docChg chg="addSld modSld">
      <pc:chgData name="nidhi kallatti" userId="5d41dca3b955eb0f" providerId="LiveId" clId="{0D1078B7-2A88-4973-B2EF-2DB7F4F89A85}" dt="2023-12-21T15:47:26.711" v="39" actId="20577"/>
      <pc:docMkLst>
        <pc:docMk/>
      </pc:docMkLst>
      <pc:sldChg chg="modSp new mod">
        <pc:chgData name="nidhi kallatti" userId="5d41dca3b955eb0f" providerId="LiveId" clId="{0D1078B7-2A88-4973-B2EF-2DB7F4F89A85}" dt="2023-12-21T15:47:26.711" v="39" actId="20577"/>
        <pc:sldMkLst>
          <pc:docMk/>
          <pc:sldMk cId="1345348304" sldId="256"/>
        </pc:sldMkLst>
        <pc:spChg chg="mod">
          <ac:chgData name="nidhi kallatti" userId="5d41dca3b955eb0f" providerId="LiveId" clId="{0D1078B7-2A88-4973-B2EF-2DB7F4F89A85}" dt="2023-12-21T15:47:26.711" v="39" actId="20577"/>
          <ac:spMkLst>
            <pc:docMk/>
            <pc:sldMk cId="1345348304" sldId="256"/>
            <ac:spMk id="2" creationId="{F3741DF2-A4DB-1DE5-47FC-D215852847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7C311-7542-89B7-66C5-70512A6EE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F4FF5-A920-9CD2-A559-B8EBEDF11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D9EF8-1423-FDD1-BE29-EA332A80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30641-7F32-5A66-2EE8-00755C1F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A37A9-9167-2DFB-35E4-CE0A3026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5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27A9-D985-E49F-A51B-780945CE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FF8A-87C7-7364-4055-DA650E7F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BC362-B5E7-24D5-C66A-D76D11BE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F053-3C04-543A-E979-0262C4F0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F4626-AA9C-A314-33F5-D9BB8CA3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27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81E8-EC1E-D903-0535-EA28FE57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6E56B-D47C-7CCF-85F3-773ED96F2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6285-7F16-A9A1-B296-07A0BCC3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CDFF8-DBB8-4761-5BD0-4E99BD14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B0513-63FF-3E15-5CA9-1DAAD1AF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41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4B9D-4D29-53EC-DFC6-E48F8BF0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CB7AB-1468-B964-BD53-9B5DD4D45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DFF10-48E1-3CB5-7B41-69238C674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CCA1C-845A-0448-D3C5-0E78E4DF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0B243-8D48-7FCE-F313-098DD4C5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209F-8A32-A32E-0C55-E66D9C1E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18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BFC1-BEE7-0B4D-D874-F0840DB0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76D32-CED1-75A7-E7AD-D780CEC3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A97F0-C27F-F91E-8354-87E09D8A4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716C9-30E7-2700-EBA6-327BFE08D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62DB2-1758-3A49-B3C3-51CACE8C9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9F8CB-0ED7-C2A7-F769-9E850B4A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4E6A0-B632-00D9-46B1-88DAA219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72488-EC3C-866B-94BD-73D3F1E6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80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18BB-D4B8-BA56-9CC9-2FC3889A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0399-2953-0800-2E88-9EDD88DE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D9B33-F700-B726-4AF5-837B4CC2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D4C7-9716-EFEA-8D95-384CCD86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64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B33DF-152D-E283-58EF-BCA9409E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966AF-B66D-2F58-3630-9D04186E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96332-C17B-94F1-0FC3-25071985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5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31C1-A078-2A51-F7BF-5375613B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B878C-009B-79CB-CF62-B6BA881A0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09A00-778F-C74B-7C4E-0638B2BC3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B5847-018E-A0CB-841E-D665B579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1AA49-41D3-54DB-9595-4E715AE2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A3575-C2B7-D15B-7B8D-84DD8E97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4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DCD6-36CF-86D6-0A44-5D776296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5932F-6D57-C1D3-FC46-2E09E5CA4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5A977-C6C4-FBC0-7D97-97C060398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D7545-54F1-3749-9848-A8C9A560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894AA-D9CA-AB3A-2610-AB3723D76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1E2C2-1853-8E44-006E-41296711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21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826B-D58E-54F5-8478-86FD20B4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EDAF1-E606-02FC-1C59-AD1940921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813D-3E88-A033-0E9E-C591E63B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EBF7B-FD5F-1FBF-6DAF-6CD546BD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BBC96-F35A-F3B2-CDC0-BC9B8CA7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5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073CA4-3390-358A-FD50-20D128C40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3E16F-F880-DF4E-A055-FC259058B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0C732-4472-1228-9596-72CF0F3AF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285F4-347C-CC08-246E-E4473BC1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5314-AC8C-C117-EB07-62FD6C93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5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C2A6B-E599-7542-A133-9D96A0682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79032-18AF-33C4-53FD-561316126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D2ED3-5F33-7A72-39FC-AA1B35F16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2A632-0218-4E09-9F40-BDFF7B213B78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D6C1E-433D-59FC-ECA3-2BF131962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1EC17-8D71-4429-13D9-FAE4656C7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B1817-8BDB-47F2-BC69-2B8DC6DA1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4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6E02-57CD-4D24-D735-35B7D4BC7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2F373-DFB7-08F9-12CE-18C3EDB4B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05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SHIVLING</dc:title>
  <dc:creator>nidhi kallatti</dc:creator>
  <cp:lastModifiedBy>nidhi kallatti</cp:lastModifiedBy>
  <cp:revision>2</cp:revision>
  <dcterms:created xsi:type="dcterms:W3CDTF">2023-12-17T17:50:53Z</dcterms:created>
  <dcterms:modified xsi:type="dcterms:W3CDTF">2024-04-15T16:01:00Z</dcterms:modified>
</cp:coreProperties>
</file>